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276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B6D058-1356-4138-A535-AE8F3B0FC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3CE68C3-F3C9-4AB7-8990-7FF0F4165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D0D555-1DD7-40F7-8632-4B0429377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16DE-5373-4A5F-ABC1-D8E08FBFABDD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24059B-B3A5-4F47-BBB9-DFADE83F4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09F451-8060-416D-97CD-833DF1674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C61D-B549-4C7C-888D-9FA16765D4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7660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AC20EE-1D6C-4191-9239-6A0FD8D2D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45AF5D-14C7-4126-BC8C-4DF5D2F0E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6D671A-0184-43A0-BE0A-BB126C2CA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16DE-5373-4A5F-ABC1-D8E08FBFABDD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D6FF9D-98DA-4EB9-835E-B6CB22F98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DF576C-6759-421B-980E-74D9A0705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C61D-B549-4C7C-888D-9FA16765D4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884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53E29-1980-4436-8645-1585F4EE8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B85FF88-2F25-4FFF-87EA-6657EC037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371A8D-573E-4810-88CF-A6CF6DCBE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16DE-5373-4A5F-ABC1-D8E08FBFABDD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4EC22F-AD06-48F5-9C6F-841C525DB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94D1B1-0067-43EA-A655-44F9CC842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C61D-B549-4C7C-888D-9FA16765D4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464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F72047-366D-4874-9C47-9B9B2CC6F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C5EF6F-7122-4389-A100-A190443491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01E9BCA-321A-493C-B14E-D78701A93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EC12CA-450D-47EB-82E5-6002A9304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16DE-5373-4A5F-ABC1-D8E08FBFABDD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94C9D03-C01D-4C90-AAD5-A869563CA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67DD39-BFE2-4155-8AAC-9BD2E4D31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C61D-B549-4C7C-888D-9FA16765D4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1681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C05DE3-6104-4989-BE2E-76F9DFB65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BB3F61-BF3F-4970-8414-B6FEB0917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808016A-FB24-4161-B094-A60273801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9E291B1-EBF2-4764-96FC-8A4FCE732B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14D541B-2744-485E-89F8-B629C0F6A6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5037144-34CB-4D5F-95C1-B1C938629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16DE-5373-4A5F-ABC1-D8E08FBFABDD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849FAC7-EFC4-4F69-9C56-1D6CC4A3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F6EDAF9-067A-4F91-9498-BE7F87A63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C61D-B549-4C7C-888D-9FA16765D4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286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9E8160-9F89-42DE-A8D0-4A027D12E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318A645-D734-4AD8-98C8-600AE4E84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16DE-5373-4A5F-ABC1-D8E08FBFABDD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69531D0-E8F2-4F43-9DA6-9D8FCB71F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21EE7BA-C689-4A08-A3F7-01D1A4B64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C61D-B549-4C7C-888D-9FA16765D4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334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6375D54-7B37-487C-A8CB-2D012A53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16DE-5373-4A5F-ABC1-D8E08FBFABDD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6FE8E06-8109-4758-8DA2-2F5A8C9C9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D7FD6B-0EE8-4644-BF49-9BD73A674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C61D-B549-4C7C-888D-9FA16765D4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934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73571C-9616-4739-B488-7A53BDBB3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BCDD9C-53B9-433A-8D94-37ED347CC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480F19-D271-420C-8837-86647260D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84B71E2-472B-4EBD-A5D5-E6700D94C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16DE-5373-4A5F-ABC1-D8E08FBFABDD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952ACBA-779D-42FF-9674-4FAF91050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8A3C4D-3C30-493E-A8D0-E74C5A0B2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C61D-B549-4C7C-888D-9FA16765D4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2255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D44014-D189-47F7-8F78-0B2F82004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0FE0034-82CA-4762-9D99-33F73D2EB6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EA1A0D-3BFD-4503-9148-1EC4B4FA0F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4590CD-AA39-47EE-BDC8-BF0555CF4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16DE-5373-4A5F-ABC1-D8E08FBFABDD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865D0F-18E2-4286-9C24-5E8C15729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35B674-CAB8-4E97-986A-4C83E7FCE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C61D-B549-4C7C-888D-9FA16765D4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1197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42E0CF-62FC-4AB3-B4A0-22F734309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3AD81B-EFBC-42CD-B1D8-CA5493271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23A215-18D6-4CD2-9B87-74C0D2FA3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16DE-5373-4A5F-ABC1-D8E08FBFABDD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C7BE2C-9D21-4E5D-B66F-F2E9920C3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283D60-0239-45D3-AE6A-28556E1AC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C61D-B549-4C7C-888D-9FA16765D4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9861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A368A19-B8B2-4C9C-BE51-4CA74184F4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45608F-765A-480B-9B58-B51494B15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02C860-A941-425F-BF53-764E0C4F3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16DE-5373-4A5F-ABC1-D8E08FBFABDD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9D304D-3802-499B-9708-21BB49C2E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22A4FD-09AE-498A-8837-157F2638A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C61D-B549-4C7C-888D-9FA16765D4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51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39D9DD-E98E-46A8-A56C-4E245DCA9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9331F7-18E7-4395-8BFF-B393CE4A1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582833-0F5A-4A42-BD74-0AD3D9FB6E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D16DE-5373-4A5F-ABC1-D8E08FBFABDD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FFB5DB-8020-48D6-8E16-F61CDC12C8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45AF56-030A-4266-9974-9B8726802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0C61D-B549-4C7C-888D-9FA16765D4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0836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74269C-EA34-419C-992D-598DCD21A8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873BF0B-4B2A-45BA-98AE-4F5CAE1CBF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146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74269C-EA34-419C-992D-598DCD21A8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873BF0B-4B2A-45BA-98AE-4F5CAE1CBF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5503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Широкоэкранный</PresentationFormat>
  <Paragraphs>0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саша русак</dc:creator>
  <cp:lastModifiedBy>саша русак</cp:lastModifiedBy>
  <cp:revision>1</cp:revision>
  <dcterms:created xsi:type="dcterms:W3CDTF">2026-05-05T13:59:34Z</dcterms:created>
  <dcterms:modified xsi:type="dcterms:W3CDTF">2026-05-05T13:59:55Z</dcterms:modified>
</cp:coreProperties>
</file>